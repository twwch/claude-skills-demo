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</a:rPr>
              <a:t>测试的 ppt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6666"/>
                </a:solidFill>
              </a:rPr>
              <a:t>测试的 ppt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Claude</dc:creator>
  <cp:lastModifiedBy>Claude</cp:lastModifiedBy>
  <cp:revision>1</cp:revision>
  <dcterms:created xsi:type="dcterms:W3CDTF">2025-12-04T08:59:37Z</dcterms:created>
  <dcterms:modified xsi:type="dcterms:W3CDTF">2025-12-04T08:59:37Z</dcterms:modified>
</cp:coreProperties>
</file>